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语气平静、温柔。不要像发布会，更像坐下来聊一件发生在我家的事。
金句：这不是一个 App，是一个爸爸想把「别冻着孩子」这件事，变得不那么靠猜。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语速放慢，带代入感。像在描述你我都见过的画面。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语气带理解和敬意。不是用户画像 PPT，是替她们说句话。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语气转沉。把「没有好工具」塑造成反派，不是指责父母。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轻轻推危机感，但不要恐吓。重点是情感代价。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坦诚亮出难点，反而赢得信任。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 Aha Moment！语气骤然明亮，停顿 2 秒再说金句。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语气自信温暖。描述爸妈每天早上会打开的小帮手。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像介绍一个巧妙的设计，带一点得意。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用通俗语言讲算法。像是在跟奶奶解释，但奶奶也能听懂。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坦诚分享血泪史。主动说试过很多路走不通，显得专业。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用具体例子让听众会心一笑。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语气兴奋、有底气。这是证据页，让怀疑的人闭嘴。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过渡页，引出建造章节。语气像分享创业手记。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语气坦诚、有感染力。强调「非开发者路径」：从可视化出发，反推后端需要什么。
跟 ChatGPT 聊需求 → Stitch 画原型 → AI 写前端 → 告诉 AI 业务场景出 SQL → Supabase 落库。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不要念工具名单，像介绍你实际在用的施工队：谁画图、谁写码、谁记账。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给技术听众信心：不是空中楼阁，架构清晰。
核心表：babies, clothing_items, categories, baby_warmth_preferences, product_catalog。
算法与 UI 解耦，小程序上线时复用 packages/core。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这页给想复制这条路的人一张「施工图纸」。语气务实，不炫技。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过渡进代码章节。语气像带人参观工厂。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给技术听众看目录结构。强调 core 包可被小程序直接 import。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用代码路径讲清楚推荐不是魔法。dashboard.ts + recommend-outfit.ts。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双轨计算是工程亮点：DB 保证一致性，API 保证录入体验。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三路降级策略是录入体验的核心工程实现。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表给想对接或评审的人一张清单。不必逐条念。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语气轻快，让听众看见产品融入日常。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带一点商业敏锐，但重点是帮用户解决问题。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语气开阔有梦想感，但不空洞。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语气踏实。路线图不是 KPI 表，是一条可信的旅程。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语气真诚。强调「刚好」反馈占比——这是最动人的成功标准。停顿 2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主动说风险，是成熟团队的标志。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回到第一页情绪，首尾呼应。语速放慢，停顿，结束。谢谢。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66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8FB9A8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LittleCompass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0EC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把爱，翻译成刚刚好的温度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故事化商业需求汇报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第一幕 · 序幕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度，有风，要出门——穿几件？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630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"天气预报说 16 度，但宝宝不会告诉你，他到底冷不冷。"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家里刚有宝宝，0–3 岁每天都面临穿衣决策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16°C + 大风 → 穿少怕着凉，穿多怕出汗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室内室外切换、户外活动多 → 一套衣服难兼顾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宝宝不会表达 → 家长只能靠「猜」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气温 16°C  ·  风力 4 级  ·  下午要户外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猜？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第一幕 · 序幕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她，才是那个每天做决定的人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630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"爸爸也在，但那个清晨站在衣柜前的，通常是妈妈。"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核心用户：0–3 岁宝宝的宝妈，20–30 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有消费力，但信息碎片化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小红书、妈妈群、奶奶电话——越多越不知道听谁的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攻略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群消息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天气App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665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920240"/>
            <a:ext cx="109728" cy="128016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65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第二幕 · 冲突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那个让人抓狂的「反派」登场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经验主义 —— 育儿里最贵的学费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"我们不是不会爱孩子，我们是没有一把靠谱的尺子。"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市场缺口：没有「婴幼儿 + 天气 + 自家衣柜」的工具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现有方案：搜攻略、问长辈、凭感觉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洋葱穿衣法人人都听过，但没人在你出门前告诉你穿哪几件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刻度全是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？？？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一次穿错，代价不只是感冒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364F44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0EC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"穿多穿少，表面是衣服的事，底下是「我是不是个好爸妈」的拷问。"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身体：着凉、出汗后吹风感冒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情绪：妈妈自责、家庭摩擦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信任：对育儿建议越来越不信，越来越累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愧疚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疲惫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怀疑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做对产品，得先翻过这三座山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"最难的不是算法，是让用户愿意把第 87 件小袜子录进系统。"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山 1：上百件衣服，怎么低成本录入？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山 2：同城不同区，怎么算准今天需要多少保暖？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山 3：宽松棉服和修身棉服，怎么给每件衣服一个数？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⛰️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665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920240"/>
            <a:ext cx="109728" cy="128016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65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第三幕 · 曙光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灯泡亮起来的那一刻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9A8"/>
                </a:solidFill>
              </a:rPr>
              <a:t>第三幕 · 曙光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问题不是「穿几件」，是「今天需要多少度」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011680"/>
          </a:xfrm>
          <a:prstGeom prst="roundRect">
            <a:avLst>
              <a:gd name="adj" fmla="val 5455"/>
            </a:avLst>
          </a:prstGeom>
          <a:solidFill>
            <a:srgbClr val="364F44"/>
          </a:solidFill>
          <a:ln w="25400">
            <a:solidFill>
              <a:srgbClr val="8FB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ECDA"/>
                </a:solidFill>
              </a:rPr>
              <a:t>天气 + 宝宝 + 场景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4E38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温度值 30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5778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4E38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85216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ECDA"/>
                </a:solidFill>
              </a:rPr>
              <a:t>从衣柜捞出 ≈30 的搭配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0ECDA"/>
                </a:solidFill>
              </a:rPr>
              <a:t>"把「今天穿什么」翻译成「今天需要 30 度保暖」——答案就清晰了。"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第三幕 · 曙光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虚拟衣柜 × 真实天气 × 一件一件算清楚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630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"打开 App，不是看一堆数据，而是：今天这样穿，刚刚好。"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虚拟衣柜：宝宝所有衣服数字化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天气感知：定位到小区级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智能搭配：洋葱式分层，标准/偏暖/偏凉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科学、可执行、能解释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 OOTD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保暖 30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体感 16°C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665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920240"/>
            <a:ext cx="109728" cy="128016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65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第四幕 · 拆解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奇迹是怎么发生的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每一件衣服，都有自己的「保暖身份证」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"宽松棉服和修身棉服，看起来一样，保暖差一截——我们终于能算出来了。"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材质 × 厚度 × 类目 × 版型 + 克重修正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录入时预览 TOG 等效值，建立信任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一级 + 23 二级分类，覆盖真实育儿场景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👕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宽松 → 12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修身 → 18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第四幕 · 拆解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6658"/>
                </a:solidFill>
              </a:rPr>
              <a:t>绝不会：「今天一件棉袄就够了」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146304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3E6658"/>
          </a:solidFill>
          <a:ln w="12700">
            <a:solidFill>
              <a:srgbClr val="3E6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外层 · 防风外套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0" y="224028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8FB9A8"/>
          </a:solidFill>
          <a:ln w="12700">
            <a:solidFill>
              <a:srgbClr val="3E6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2377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中层 · 毛衣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301752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C0ECDA"/>
          </a:solidFill>
          <a:ln w="12700">
            <a:solidFill>
              <a:srgbClr val="3E66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3154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6658"/>
                </a:solidFill>
              </a:rPr>
              <a:t>内层 · 打底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379476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4E2DE"/>
          </a:solidFill>
          <a:ln w="12700">
            <a:solidFill>
              <a:srgbClr val="3E66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6658"/>
                </a:solidFill>
              </a:rPr>
              <a:t>配件 · 帽袜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</a:rPr>
              <a:t>场景切换：室内 / 外出 / 睡眠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</a:rPr>
              <a:t>风大 → 加外层；天冷 → 加配件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</a:rPr>
              <a:t>标准 / 偏暖 / 偏凉 三套可选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上百件衣服，怎么让用户愿意录？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"爬虫死了，淘宝 API 关门了——但我们找到了第三条路。"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爬虫：封路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官方 API：商家专用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链接导入（万邦 API）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分享文案 + AI 截图（约 80%）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极简手动录入（兜底）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🛤️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兜底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天气，要精确到小区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"不是看「上海今天几度」，是看「宝宝脚下这片天空几度」。"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上海报小雨，嘉定南翔可能没下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综合体感、湿度、风速、降水概率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叠加月龄、活动量、怕冷/怕热偏好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 / 外出 / 睡眠 三大场景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嘉定南翔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局部天气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第四幕 · 证据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</a:rPr>
              <a:t>不是 PPT 产品，是已经能跑起来的产品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56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6658"/>
                </a:solidFill>
              </a:rPr>
              <a:t>✅ 宝宝档案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6002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856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6658"/>
                </a:solidFill>
              </a:rPr>
              <a:t>✅ 虚拟衣柜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856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6658"/>
                </a:solidFill>
              </a:rPr>
              <a:t>✅ 7+23 分类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077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6658"/>
                </a:solidFill>
              </a:rPr>
              <a:t>✅ 天气定位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26517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9077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6658"/>
                </a:solidFill>
              </a:rPr>
              <a:t>✅ 推荐引擎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26517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9077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6658"/>
                </a:solidFill>
              </a:rPr>
              <a:t>✅ 链接导入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593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6658"/>
                </a:solidFill>
              </a:rPr>
              <a:t>✅ 截图识别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3703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9593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6658"/>
                </a:solidFill>
              </a:rPr>
              <a:t>✅ 手动录入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703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9593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6658"/>
                </a:solidFill>
              </a:rPr>
              <a:t>✅ 保暖预览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4E38"/>
                </a:solidFill>
              </a:rPr>
              <a:t>Web MVP 已上线验证  ·  算法在跑，推荐能出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665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920240"/>
            <a:ext cx="109728" cy="128016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65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第四幕 · 续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一个人，怎么把它造出来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我不是工程师，但我先看见了画面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"先让东西长得对，再让东西存得住，最后让东西算得准。"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从可视化出发：前端长什么样，反推后端需要什么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不会写接口？把业务场景讲给 AI，它出 API 和时序图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小团队策略：能接 API 就不自建，能缓存就不重复调用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第四幕 · 续 · 建造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</a:rPr>
              <a:t>先看见，再储存，最后算清楚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6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647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4E38"/>
                </a:solidFill>
              </a:rPr>
              <a:t>聊清楚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697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ChatGPT 梳需求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1828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4E3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66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7647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2331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4E38"/>
                </a:solidFill>
              </a:rPr>
              <a:t>看得见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697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Stitch 出原型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4E3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1960" y="1691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66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7647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331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4E38"/>
                </a:solidFill>
              </a:rPr>
              <a:t>写得动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94760" y="2697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Cursor / Trae 写代码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828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4E3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0" y="1691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66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7647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2331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4E38"/>
                </a:solidFill>
              </a:rPr>
              <a:t>存得住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697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Supabase 建表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1828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4E3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35240" y="1691640"/>
            <a:ext cx="502920" cy="502920"/>
          </a:xfrm>
          <a:prstGeom prst="ellipse">
            <a:avLst/>
          </a:prstGeom>
          <a:solidFill>
            <a:srgbClr val="3E6658"/>
          </a:solidFill>
          <a:ln w="19050">
            <a:solidFill>
              <a:srgbClr val="3E66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17647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2331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4E38"/>
                </a:solidFill>
              </a:rPr>
              <a:t>跑得通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2697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API + 算法上线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840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8B4E38"/>
                </a:solidFill>
              </a:rPr>
              <a:t>"我不是工程师，但我能让 AI 帮我把画面一行行变成能用的产品。"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第四幕 · 续 · 建造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</a:rPr>
              <a:t>一个人也能拉起一支「AI 施工队」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ChatGPT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需求梳理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提示词优化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Stitch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6974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产品原型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MCP 对接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⌨️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916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Cursor / Trae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26974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AI 写代码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Trae ≈$10/月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155448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5800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Supabase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6974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数据库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Auth · 小体量免费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975"/>
                </a:solidFill>
              </a:rPr>
              <a:t>Stitch MCP → 设计稿直接喂给编程工具，少走「想象界面」的弯路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第四幕 · 续 · 建造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6658"/>
                </a:solidFill>
              </a:rPr>
              <a:t>今天长这样，明天小程序能复用同一颗大脑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03520" cy="731520"/>
          </a:xfrm>
          <a:prstGeom prst="roundRect">
            <a:avLst>
              <a:gd name="adj" fmla="val 7500"/>
            </a:avLst>
          </a:prstGeom>
          <a:solidFill>
            <a:srgbClr val="C0ECDA"/>
          </a:solidFill>
          <a:ln w="12700">
            <a:solidFill>
              <a:srgbClr val="3E6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819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6658"/>
                </a:solidFill>
              </a:rPr>
              <a:t>用户层  ·  Web（Next.js）→ 未来微信小程序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303520" cy="731520"/>
          </a:xfrm>
          <a:prstGeom prst="roundRect">
            <a:avLst>
              <a:gd name="adj" fmla="val 7500"/>
            </a:avLst>
          </a:prstGeom>
          <a:solidFill>
            <a:srgbClr val="8FB9A8"/>
          </a:solidFill>
          <a:ln w="12700">
            <a:solidFill>
              <a:srgbClr val="3E6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963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算法层  ·  packages/core：温度值 · 推荐 · 三套变体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5303520" cy="731520"/>
          </a:xfrm>
          <a:prstGeom prst="roundRect">
            <a:avLst>
              <a:gd name="adj" fmla="val 7500"/>
            </a:avLst>
          </a:prstGeom>
          <a:solidFill>
            <a:srgbClr val="3E6658"/>
          </a:solidFill>
          <a:ln w="12700">
            <a:solidFill>
              <a:srgbClr val="3E66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410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数据层  ·  Supabase：宝宝 · 衣柜 · 天气记录 · 商品缓存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8B4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E38"/>
                </a:solidFill>
              </a:rPr>
              <a:t>外部服务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C1A"/>
                </a:solidFill>
              </a:rPr>
              <a:t>• Open-Meteo 天气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C1A"/>
                </a:solidFill>
              </a:rPr>
              <a:t>• 万邦 商品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C1A"/>
                </a:solidFill>
              </a:rPr>
              <a:t>• OpenAI 截图识别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975"/>
                </a:solidFill>
              </a:rPr>
              <a:t>告诉 AI 业务场景 → 它写 API 路由和时序图 → 前端直接调用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第四幕 · 续 · 建造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</a:rPr>
              <a:t>从零到 MVP：我们实际走过的步骤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语音/文字记录痛点 → ChatGPT 整理成 BRD 和提示词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Stitch 生成可点击原型，确定页面结构和交互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Next.js 搭前端：首页推荐、衣柜录入、宝宝档案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描述业务场景给 AI → 生成 Supabase 表结构和 migration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接入天气 API、万邦商品 API、截图识别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packages/core 封装算法，Web 与未来小程序共用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持续迭代：分类体系、版型、温度偏好、录入体验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0" y="18288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80760" y="26060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已跑通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665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920240"/>
            <a:ext cx="109728" cy="128016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65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第四幕 · 续 · 代码深处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打开引擎盖，看里面怎么转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代码不是黑箱，是一条看得见的流水线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"从粘贴链接到今日推荐，每一步都有对应的文件和函数。"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算法在 packages/core，与页面分离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保暖值 DB trigger 与前端预览双轨一致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录入三路降级：万邦 API → HTML → 标题规则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可追踪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可复用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9A8"/>
                </a:solidFill>
              </a:rPr>
              <a:t>第四幕 · 续 · 代码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三块积木：算法包 · Web 应用 · 数据库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364F44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916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ECDA"/>
                </a:solidFill>
              </a:rPr>
              <a:t>packages/core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C3"/>
                </a:solidFill>
              </a:rPr>
              <a:t>required-warmth.ts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C3"/>
                </a:solidFill>
              </a:rPr>
              <a:t>recommend-outfit.ts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9626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C3"/>
                </a:solidFill>
              </a:rPr>
              <a:t>weather.ts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3467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C3"/>
                </a:solidFill>
              </a:rPr>
              <a:t>→ 小程序可复用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364F44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6916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ECDA"/>
                </a:solidFill>
              </a:rPr>
              <a:t>web/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C3"/>
                </a:solidFill>
              </a:rPr>
              <a:t>Next.js App Router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5786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C3"/>
                </a:solidFill>
              </a:rPr>
              <a:t>API Routes + 页面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9626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C3"/>
                </a:solidFill>
              </a:rPr>
              <a:t>解析器 / dashboard.ts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364F44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6916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ECDA"/>
                </a:solidFill>
              </a:rPr>
              <a:t>supabase/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C3"/>
                </a:solidFill>
              </a:rPr>
              <a:t>migrations 001–011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5786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C3"/>
                </a:solidFill>
              </a:rPr>
              <a:t>trigger 自动算保暖值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9626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C3"/>
                </a:solidFill>
              </a:rPr>
              <a:t>RLS 行级安全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B9A8"/>
                </a:solidFill>
              </a:rPr>
              <a:t>算法与 UI 解耦 · 常量系数在 DB · 改规则不必发版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第四幕 · 续 · 代码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6658"/>
                </a:solidFill>
              </a:rPr>
              <a:t>打开首页时，后台实际跑了什么？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20040" cy="320040"/>
          </a:xfrm>
          <a:prstGeom prst="ellipse">
            <a:avLst/>
          </a:prstGeom>
          <a:solidFill>
            <a:srgbClr val="3E665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904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1A"/>
                </a:solidFill>
              </a:rPr>
              <a:t>page.tsx → getDashboardData()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8013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320040" cy="320040"/>
          </a:xfrm>
          <a:prstGeom prst="ellipse">
            <a:avLst/>
          </a:prstGeom>
          <a:solidFill>
            <a:srgbClr val="3E665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2082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9476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1A"/>
                </a:solidFill>
              </a:rPr>
              <a:t>Supabase：宝宝档案 + 衣柜 + 偏好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331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523744"/>
            <a:ext cx="320040" cy="320040"/>
          </a:xfrm>
          <a:prstGeom prst="ellipse">
            <a:avLst/>
          </a:prstGeom>
          <a:solidFill>
            <a:srgbClr val="3E665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5117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47802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1A"/>
                </a:solidFill>
              </a:rPr>
              <a:t>Open-Meteo：profile 经纬度 → 天气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286207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320040" cy="320040"/>
          </a:xfrm>
          <a:prstGeom prst="ellipse">
            <a:avLst/>
          </a:prstGeom>
          <a:solidFill>
            <a:srgbClr val="3E665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815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00837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1A"/>
                </a:solidFill>
              </a:rPr>
              <a:t>calcRequiredWarmth() → 温度值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39242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320040" cy="320040"/>
          </a:xfrm>
          <a:prstGeom prst="ellipse">
            <a:avLst/>
          </a:prstGeom>
          <a:solidFill>
            <a:srgbClr val="3E665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11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5387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1A"/>
                </a:solidFill>
              </a:rPr>
              <a:t>recommendAllVariants() → 三套 OOTD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92277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320040" cy="320040"/>
          </a:xfrm>
          <a:prstGeom prst="ellipse">
            <a:avLst/>
          </a:prstGeom>
          <a:solidFill>
            <a:srgbClr val="3E665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1422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C1A"/>
                </a:solidFill>
              </a:rPr>
              <a:t>dashboard-recommendations 渲染卡片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52160" y="1828800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965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🧅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989320" y="2606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层1 35%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层2 35%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层3 30%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第四幕 · 续 · 代码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6658"/>
                </a:solidFill>
              </a:rPr>
              <a:t>一件衣服的保暖值，怎么算出来？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3E6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保暖值 = 材质基础分 × 厚度系数 × 类目系数 + 配件加分 + 重量修正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数据库 trigger：INSERT/UPDATE 时自动写入 warmth_score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前端预览：POST /api/clothing/preview-warmth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TS 镜像：warmth-score.ts ≡ SQL compute_warmth_score()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C1A"/>
                </a:solidFill>
              </a:rPr>
              <a:t>估重：clothing-weight.ts（类目+尺码+材质+版型）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2606040"/>
            <a:ext cx="2926080" cy="1645920"/>
          </a:xfrm>
          <a:prstGeom prst="roundRect">
            <a:avLst>
              <a:gd name="adj" fmla="val 5556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2743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89320" y="3383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录入即见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 等效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第四幕 · 续 · 代码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6658"/>
                </a:solidFill>
              </a:rPr>
              <a:t>粘贴淘宝链接后，代码走了哪几条路？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727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① 万邦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975"/>
                </a:solidFill>
              </a:rPr>
              <a:t>fetchOneboundItem()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32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② HTML 抓取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62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975"/>
                </a:solidFill>
              </a:rPr>
              <a:t>parseProductHtml()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930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658"/>
                </a:solidFill>
              </a:rPr>
              <a:t>③ 标题推断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822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975"/>
                </a:solidFill>
              </a:rPr>
              <a:t>inferCategoryFromTitle()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600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C1A"/>
                </a:solidFill>
              </a:rPr>
              <a:t>分享文案「...」→ splitPastedProductInput() 拆商品名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C1A"/>
                </a:solidFill>
              </a:rPr>
              <a:t>截图 → OpenAI Vision → normalizeCategory() 校验 23 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97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C1A"/>
                </a:solidFill>
              </a:rPr>
              <a:t>确认 → POST /api/clothing → trigger 算 warmth_score 入库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第四幕 · 续 · 代码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</a:rPr>
              <a:t>9 个 API，撑起整个 MVP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/api/clothing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80560" y="13258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C1A"/>
                </a:solidFill>
              </a:rPr>
              <a:t>新增衣柜单品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64792"/>
            <a:ext cx="8046720" cy="9144"/>
          </a:xfrm>
          <a:prstGeom prst="rect">
            <a:avLst/>
          </a:prstGeom>
          <a:solidFill>
            <a:srgbClr val="E4E2D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013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/api/clothing/parse-url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80136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C1A"/>
                </a:solidFill>
              </a:rPr>
              <a:t>淘宝链接解析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8046720" cy="9144"/>
          </a:xfrm>
          <a:prstGeom prst="rect">
            <a:avLst/>
          </a:prstGeom>
          <a:solidFill>
            <a:srgbClr val="E4E2D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768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/api/clothing/parse-image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22768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C1A"/>
                </a:solidFill>
              </a:rPr>
              <a:t>截图 AI 识别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8046720" cy="9144"/>
          </a:xfrm>
          <a:prstGeom prst="rect">
            <a:avLst/>
          </a:prstGeom>
          <a:solidFill>
            <a:srgbClr val="E4E2D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523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/api/clothing/preview-warmth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75234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C1A"/>
                </a:solidFill>
              </a:rPr>
              <a:t>保暖值实时预览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91256"/>
            <a:ext cx="8046720" cy="9144"/>
          </a:xfrm>
          <a:prstGeom prst="rect">
            <a:avLst/>
          </a:prstGeom>
          <a:solidFill>
            <a:srgbClr val="E4E2D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278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/api/babies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32278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C1A"/>
                </a:solidFill>
              </a:rPr>
              <a:t>创建宝宝档案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666744"/>
            <a:ext cx="8046720" cy="9144"/>
          </a:xfrm>
          <a:prstGeom prst="rect">
            <a:avLst/>
          </a:prstGeom>
          <a:solidFill>
            <a:srgbClr val="E4E2D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/api/profile/location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37033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C1A"/>
                </a:solidFill>
              </a:rPr>
              <a:t>更新定位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142232"/>
            <a:ext cx="8046720" cy="9144"/>
          </a:xfrm>
          <a:prstGeom prst="rect">
            <a:avLst/>
          </a:prstGeom>
          <a:solidFill>
            <a:srgbClr val="E4E2D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78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6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/api/weather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41788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C1A"/>
                </a:solidFill>
              </a:rPr>
              <a:t>天气查询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middleware.ts 刷新 Supabase session · 页面走 Server Component 直读 DB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665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920240"/>
            <a:ext cx="109728" cy="128016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65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第五幕 · 蓝图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明天早上，会是什么样子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打开小程序，30 秒，出门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"不再是「穿错了后悔」，而是「穿对了，安心出门」。"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7:00 打开 → 看 OOTD → 按图穿衣 → 8:00 出门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 / 偏暖 / 偏凉，宝妈自己选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推荐可解释：「今日有风，建议加防风外层」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8:00 出门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衣柜凑不出今天的温度值？正好。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"我们不是硬推销，是告诉你：今天缺一件防风外套。"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衣柜缺口 → 智能推荐购买单品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母婴品牌定向广告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远期：黄历幸运色、星座穿搭、场景推荐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缺一块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补上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从宝宝的衣柜，到所有女性的穿搭引擎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"今天解决「宝宝穿几件」，明天回答「今天穿什么颜色运气好」。"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同一套「衣柜 + 场景 + 推荐」引擎可复用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玄学/运势/场景穿搭 → 提升粘性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横向扩展至成人女性市场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C0ECDA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🛤️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9788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婴幼儿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全人群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第五幕 · 蓝图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</a:rPr>
              <a:t>Phase 1 证明有用，Phase 3 才能传播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3E6658"/>
          </a:solidFill>
          <a:ln w="19050">
            <a:solidFill>
              <a:srgbClr val="8FB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20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ECDA"/>
                </a:solidFill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MVP 验证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9A8"/>
                </a:solidFill>
              </a:rPr>
              <a:t>现在 · Web 闭环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96312" y="2606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4E3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51760" y="17373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8FB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920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7975"/>
                </a:solidFill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331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6658"/>
                </a:solidFill>
              </a:rPr>
              <a:t>体验打磨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9260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反馈 / 图片 / 缺口推荐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5152" y="2606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4E3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17373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8FB9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920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7975"/>
                </a:solidFill>
              </a:rPr>
              <a:t>Phase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6658"/>
                </a:solidFill>
              </a:rPr>
              <a:t>小程序上线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微信生态 + 裂变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93992" y="2606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4E3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49440" y="17373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8FB9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920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7975"/>
                </a:solidFill>
              </a:rPr>
              <a:t>Phase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2331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6658"/>
                </a:solidFill>
              </a:rPr>
              <a:t>增长变现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29260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975"/>
                </a:solidFill>
              </a:rPr>
              <a:t>电商 / 成人市场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第一幕 · 未来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</a:rPr>
              <a:t>成功不是下载量，是妈妈说：「刚刚好」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4E38"/>
                </a:solidFill>
              </a:rPr>
              <a:t>5,000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7975"/>
                </a:solidFill>
              </a:rPr>
              <a:t>注册用户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4E38"/>
                </a:solidFill>
              </a:rPr>
              <a:t>60%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0916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7975"/>
                </a:solidFill>
              </a:rPr>
              <a:t>录入 10 件+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66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4E38"/>
                </a:solidFill>
              </a:rPr>
              <a:t>50%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2920" y="4206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7975"/>
                </a:solidFill>
              </a:rPr>
              <a:t>反馈「刚好」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333756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566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4E38"/>
                </a:solidFill>
              </a:rPr>
              <a:t>40%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09160" y="4206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7975"/>
                </a:solidFill>
              </a:rPr>
              <a:t>次日留存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</a:rPr>
              <a:t>6 个月目标 · 证明算法真的有用，而不只是好看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9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第五幕 · 收尾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我们知道难在哪，所以难不住我们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280160" cy="45720"/>
          </a:xfrm>
          <a:prstGeom prst="rect">
            <a:avLst/>
          </a:prstGeom>
          <a:solidFill>
            <a:srgbClr val="8B4E3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630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0EC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4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"录入难 → 三路并行  ·  API 贵 → 缓存复用  ·  算法偏 → 反馈校准"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录入门槛 → 链接 + 截图 + 手录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成本 → 商品目录缓存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算法准确度 → 太冷/刚好/太热 反馈闭环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天气精度 → 定位细化 + 手动修正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E66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🧭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把爱，翻译成刚刚好的温度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ECDA"/>
                </a:solidFill>
              </a:rPr>
              <a:t>让每一次穿衣，都是一次刚刚好的拥抱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9A8"/>
                </a:solidFill>
              </a:rPr>
              <a:t>下一步：小程序内测  ·  欢迎加入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LittleCompass — 故事化 BRD 汇报</dc:title>
  <dc:subject>PptxGenJS Presentation</dc:subject>
  <dc:creator>LittleCompass</dc:creator>
  <cp:lastModifiedBy>LittleCompass</cp:lastModifiedBy>
  <cp:revision>1</cp:revision>
  <dcterms:created xsi:type="dcterms:W3CDTF">2026-06-14T12:20:27Z</dcterms:created>
  <dcterms:modified xsi:type="dcterms:W3CDTF">2026-06-14T12:20:27Z</dcterms:modified>
</cp:coreProperties>
</file>